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8FF75C-683A-498E-9222-767C1CF57FB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42072-A6B8-4A3C-A872-9ECAD80DD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3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42072-A6B8-4A3C-A872-9ECAD80DDE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0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79A8-CF44-089C-5EEC-9B7301D16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8B85D-949C-5969-1F94-0DF2C6326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794F0-5E9E-537F-7C62-D3B034780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3E8B-8FFF-466B-BEE7-385D836BADD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AFCA-72B2-B401-5BB1-9CBB5CD7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FBBAB-86F9-F659-628F-064255DD2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1488B-5F75-4D9F-AA31-C1006F17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72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9D6BB-00FF-5E38-A02C-7120580C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5F50F-BFBD-0223-A8D6-2BFD4E14E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0985F-4097-CB81-7A3C-BC18F408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3E8B-8FFF-466B-BEE7-385D836BADD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49067-72D0-4EBE-6402-09C4F0D9E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47381-4306-D375-4764-8015377D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1488B-5F75-4D9F-AA31-C1006F17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24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99E2-6F73-2FEE-C3D6-DDF2AD4D5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39DCC-B494-5DD2-756F-FF0EE7B09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6E562-733F-8DE8-F4E0-FF858C7E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3E8B-8FFF-466B-BEE7-385D836BADD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38BD6-F6E5-47A8-5B7A-BAF9F4BB8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6C6E0-2137-D11D-9FC5-953611945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1488B-5F75-4D9F-AA31-C1006F17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4164D-9050-3F0B-2E5E-805507FC1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977C4-D81C-D577-67C9-A6274D1B4B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1FC70-7086-C833-8787-C1F02BB51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ACAC7-E892-DA3C-FDB0-F97B3123B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3E8B-8FFF-466B-BEE7-385D836BADD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9A43F-F1F6-3622-3F15-13DB1DA2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25539-B2FD-E78D-983D-61236646C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1488B-5F75-4D9F-AA31-C1006F17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40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2AA45-7A64-344A-98E2-1738B597D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8C760-E460-6156-D58A-59789D881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0A04FC-5AC3-D539-3E23-444C0E18A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79FC64-C0EA-4167-1882-FCF66437C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C00835-F1B5-82C1-B3D7-824BE3F778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F58264-E7C1-70D8-6690-731D4C694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3E8B-8FFF-466B-BEE7-385D836BADD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3817CF-E9A4-B625-4DF4-1790A3970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AF40F2-04F3-2D22-7DB3-9AA79BB10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1488B-5F75-4D9F-AA31-C1006F17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6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4A1A8-D714-CA61-5D9E-CC0648ACC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11C49-E190-E0FE-9A5E-4DC78220B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3E8B-8FFF-466B-BEE7-385D836BADD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37BFE-B3DB-F8C5-3424-F7422D20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6BD93-D446-864C-5303-E2B4CE9F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1488B-5F75-4D9F-AA31-C1006F17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528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FCCCF-5A6A-E425-D6B5-0AE703D5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3E8B-8FFF-466B-BEE7-385D836BADD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248EA-2D08-60D4-64EA-1B81989F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20CD1-86D4-AB32-02DA-453C3BBA1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1488B-5F75-4D9F-AA31-C1006F17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096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3D5D3-19A0-C9C1-DD9D-3AE877B20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CA604-6282-8B18-7058-1F9A242C9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9E06E-51F2-9073-911D-A07252EBE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0C9A2-E2A1-A533-C652-921061EE7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3E8B-8FFF-466B-BEE7-385D836BADD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29005-1AF8-753C-7B5C-03B0988F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4132B-7695-08FA-C131-BA96BDF0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1488B-5F75-4D9F-AA31-C1006F17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21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41EC-BFC3-127D-A5A9-CB606FBFF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569DBD-C525-F905-F896-10B64E31AC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79F8B-75C1-E2D6-A112-C5763DA5C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064AF-CB39-9778-799E-F33A083B5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3E8B-8FFF-466B-BEE7-385D836BADD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68266-15A1-776D-E00A-4CB9FA51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D8DA7-3DA5-7056-122E-8842AA15C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1488B-5F75-4D9F-AA31-C1006F17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19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83B1-6EB1-F41E-E950-21F94D75B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42D1B2-C3C8-6077-E9AE-65D931C4E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2E0F0-7DD3-780C-08EC-1DC2CA57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3E8B-8FFF-466B-BEE7-385D836BADD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94E68-13C2-9B2A-0C88-92150724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01156-8528-4993-C215-E25B7BA69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1488B-5F75-4D9F-AA31-C1006F17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54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6D5452-3BF4-0D05-D941-13C4A6D8B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6911BE-C639-C87B-5489-ED637B1CA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DA7A6-9112-5256-014B-174A2353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3E8B-8FFF-466B-BEE7-385D836BADD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A7547-D424-4F83-F45C-16088EDB1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87789-09C2-0F6B-29B3-B4076690E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1488B-5F75-4D9F-AA31-C1006F17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09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253903-076E-FA30-D685-FAA367FE1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E6A6D-33E3-0D6A-0158-B7131337F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D098D-1AD4-3E07-E6DB-475C59A50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E3E8B-8FFF-466B-BEE7-385D836BADD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0CAD5-2885-B2AF-95DC-4EB61AC26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E7219-37E6-0E62-4E0A-D57A4C00A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01488B-5F75-4D9F-AA31-C1006F17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0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sports-mixed-martial-arts-conor-mcgregor-mixed-martial-artist-wallpaper-spnjd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fighting-martial-mma-poster-ufc-wallpaper-qkthm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fighting-martial-mma-poster-ufc-wallpaper-qkthm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sports-mixed-martial-arts-conor-mcgregor-mixed-martial-artist-wallpaper-spnjd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worldby2.com.br/2019/10/lugares-las-vegas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erson in a boxing ring&#10;&#10;AI-generated content may be incorrect.">
            <a:extLst>
              <a:ext uri="{FF2B5EF4-FFF2-40B4-BE49-F238E27FC236}">
                <a16:creationId xmlns:a16="http://schemas.microsoft.com/office/drawing/2014/main" id="{B4E8FD36-0ED9-3760-A643-11DAF72EA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7266" b="909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598B9-C1F1-9C8A-018E-8EB008631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cs-CZ" sz="4800" dirty="0">
                <a:solidFill>
                  <a:schemeClr val="bg1"/>
                </a:solidFill>
              </a:rPr>
              <a:t>UFC </a:t>
            </a:r>
            <a:r>
              <a:rPr lang="en-US" sz="4800" dirty="0">
                <a:solidFill>
                  <a:schemeClr val="bg1"/>
                </a:solidFill>
              </a:rPr>
              <a:t>FIGHTS</a:t>
            </a:r>
            <a:br>
              <a:rPr lang="cs-CZ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FC280C-FC32-41DC-9FC6-1C8E836B3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720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erson kicking another person in a boxing ring&#10;&#10;AI-generated content may be incorrect.">
            <a:extLst>
              <a:ext uri="{FF2B5EF4-FFF2-40B4-BE49-F238E27FC236}">
                <a16:creationId xmlns:a16="http://schemas.microsoft.com/office/drawing/2014/main" id="{6909CC19-B5D9-CCCB-F320-A27DD1474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025" r="28564" b="659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387370-DCA3-963F-677F-1A2562D50D6A}"/>
              </a:ext>
            </a:extLst>
          </p:cNvPr>
          <p:cNvSpPr txBox="1"/>
          <p:nvPr/>
        </p:nvSpPr>
        <p:spPr>
          <a:xfrm>
            <a:off x="163759" y="771988"/>
            <a:ext cx="4612180" cy="21998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2122 fighters have participated in UFC fights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020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776D29F-0A2C-4F75-8582-7C7DFCBD1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250C1-6D62-F55C-E9A7-FE968EEE3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842" y="136814"/>
            <a:ext cx="4375151" cy="2858363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The oldest one was almost 52 years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12BB6-6041-CA54-0073-79F184210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414180"/>
            <a:ext cx="4377793" cy="1594508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 descr="A person in a boxing ring&#10;&#10;AI-generated content may be incorrect.">
            <a:extLst>
              <a:ext uri="{FF2B5EF4-FFF2-40B4-BE49-F238E27FC236}">
                <a16:creationId xmlns:a16="http://schemas.microsoft.com/office/drawing/2014/main" id="{2DEBC3BA-2783-7DE5-BD42-9A3503E02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250" r="36000"/>
          <a:stretch>
            <a:fillRect/>
          </a:stretch>
        </p:blipFill>
        <p:spPr>
          <a:xfrm>
            <a:off x="5682343" y="1"/>
            <a:ext cx="6509657" cy="6857999"/>
          </a:xfrm>
          <a:custGeom>
            <a:avLst/>
            <a:gdLst/>
            <a:ahLst/>
            <a:cxnLst/>
            <a:rect l="l" t="t" r="r" b="b"/>
            <a:pathLst>
              <a:path w="650965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0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3" y="528850"/>
                  <a:pt x="335480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2" y="612658"/>
                </a:lnTo>
                <a:cubicBezTo>
                  <a:pt x="358987" y="604728"/>
                  <a:pt x="357230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8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5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509657" y="0"/>
                </a:lnTo>
                <a:lnTo>
                  <a:pt x="650965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0" y="6796804"/>
                </a:lnTo>
                <a:cubicBezTo>
                  <a:pt x="32161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5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7" y="6463490"/>
                </a:cubicBezTo>
                <a:cubicBezTo>
                  <a:pt x="116556" y="6431292"/>
                  <a:pt x="131034" y="6400429"/>
                  <a:pt x="146086" y="6363664"/>
                </a:cubicBezTo>
                <a:cubicBezTo>
                  <a:pt x="142275" y="6350899"/>
                  <a:pt x="131986" y="6331277"/>
                  <a:pt x="131034" y="6311084"/>
                </a:cubicBezTo>
                <a:cubicBezTo>
                  <a:pt x="127795" y="6246121"/>
                  <a:pt x="145513" y="6185351"/>
                  <a:pt x="173518" y="6127247"/>
                </a:cubicBezTo>
                <a:cubicBezTo>
                  <a:pt x="181899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5" y="6056948"/>
                </a:cubicBezTo>
                <a:cubicBezTo>
                  <a:pt x="243432" y="6050282"/>
                  <a:pt x="242863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1" y="5900735"/>
                  <a:pt x="264200" y="5897114"/>
                </a:cubicBezTo>
                <a:cubicBezTo>
                  <a:pt x="268199" y="5891590"/>
                  <a:pt x="274295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8" y="5779191"/>
                  <a:pt x="299823" y="5771953"/>
                  <a:pt x="302870" y="5765474"/>
                </a:cubicBezTo>
                <a:cubicBezTo>
                  <a:pt x="305728" y="5759378"/>
                  <a:pt x="310683" y="5754234"/>
                  <a:pt x="313730" y="5748136"/>
                </a:cubicBezTo>
                <a:cubicBezTo>
                  <a:pt x="321920" y="5731564"/>
                  <a:pt x="329541" y="5714607"/>
                  <a:pt x="338685" y="5695178"/>
                </a:cubicBezTo>
                <a:cubicBezTo>
                  <a:pt x="321541" y="5684320"/>
                  <a:pt x="331257" y="5669647"/>
                  <a:pt x="339447" y="5651360"/>
                </a:cubicBezTo>
                <a:cubicBezTo>
                  <a:pt x="347830" y="5632691"/>
                  <a:pt x="350497" y="5611164"/>
                  <a:pt x="353545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5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2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2" y="4346201"/>
                  <a:pt x="391265" y="4340674"/>
                  <a:pt x="392218" y="4335722"/>
                </a:cubicBezTo>
                <a:cubicBezTo>
                  <a:pt x="401743" y="4281810"/>
                  <a:pt x="387838" y="4231324"/>
                  <a:pt x="369547" y="4181603"/>
                </a:cubicBezTo>
                <a:cubicBezTo>
                  <a:pt x="367643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6" y="4078159"/>
                  <a:pt x="348211" y="4040058"/>
                  <a:pt x="331447" y="4003861"/>
                </a:cubicBezTo>
                <a:cubicBezTo>
                  <a:pt x="314494" y="3967091"/>
                  <a:pt x="300203" y="3932993"/>
                  <a:pt x="317349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3" y="3799258"/>
                  <a:pt x="307443" y="3784397"/>
                </a:cubicBezTo>
                <a:cubicBezTo>
                  <a:pt x="307443" y="3744770"/>
                  <a:pt x="297345" y="3709529"/>
                  <a:pt x="276771" y="3675238"/>
                </a:cubicBezTo>
                <a:cubicBezTo>
                  <a:pt x="268770" y="3661899"/>
                  <a:pt x="274106" y="3641134"/>
                  <a:pt x="272009" y="3623799"/>
                </a:cubicBezTo>
                <a:cubicBezTo>
                  <a:pt x="269533" y="3605509"/>
                  <a:pt x="267247" y="3586653"/>
                  <a:pt x="261720" y="3569124"/>
                </a:cubicBezTo>
                <a:cubicBezTo>
                  <a:pt x="247243" y="3523785"/>
                  <a:pt x="230859" y="3479015"/>
                  <a:pt x="215618" y="3433866"/>
                </a:cubicBezTo>
                <a:cubicBezTo>
                  <a:pt x="203045" y="3396719"/>
                  <a:pt x="212951" y="3360139"/>
                  <a:pt x="218286" y="3323372"/>
                </a:cubicBezTo>
                <a:cubicBezTo>
                  <a:pt x="221715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5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5" y="2966742"/>
                  <a:pt x="144560" y="2940455"/>
                  <a:pt x="128366" y="2910353"/>
                </a:cubicBezTo>
                <a:cubicBezTo>
                  <a:pt x="117318" y="2889587"/>
                  <a:pt x="109126" y="2866918"/>
                  <a:pt x="102268" y="2844248"/>
                </a:cubicBezTo>
                <a:cubicBezTo>
                  <a:pt x="93313" y="2813958"/>
                  <a:pt x="87978" y="2782716"/>
                  <a:pt x="79216" y="2752235"/>
                </a:cubicBezTo>
                <a:cubicBezTo>
                  <a:pt x="66072" y="2706131"/>
                  <a:pt x="55785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1" y="2360933"/>
                </a:cubicBezTo>
                <a:cubicBezTo>
                  <a:pt x="28541" y="2356744"/>
                  <a:pt x="36543" y="2344741"/>
                  <a:pt x="37877" y="2335405"/>
                </a:cubicBezTo>
                <a:cubicBezTo>
                  <a:pt x="41877" y="2307402"/>
                  <a:pt x="35971" y="2281683"/>
                  <a:pt x="23017" y="2254633"/>
                </a:cubicBezTo>
                <a:cubicBezTo>
                  <a:pt x="10824" y="2229296"/>
                  <a:pt x="12158" y="2197670"/>
                  <a:pt x="7395" y="2168903"/>
                </a:cubicBezTo>
                <a:cubicBezTo>
                  <a:pt x="5680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4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68" y="1851709"/>
                  <a:pt x="52545" y="1813610"/>
                  <a:pt x="68738" y="1768838"/>
                </a:cubicBezTo>
                <a:cubicBezTo>
                  <a:pt x="85886" y="1721785"/>
                  <a:pt x="112174" y="1676253"/>
                  <a:pt x="104363" y="1623675"/>
                </a:cubicBezTo>
                <a:cubicBezTo>
                  <a:pt x="99601" y="1591859"/>
                  <a:pt x="88551" y="1561189"/>
                  <a:pt x="81882" y="1529563"/>
                </a:cubicBezTo>
                <a:cubicBezTo>
                  <a:pt x="79597" y="1518324"/>
                  <a:pt x="79978" y="1505751"/>
                  <a:pt x="82264" y="1494509"/>
                </a:cubicBezTo>
                <a:cubicBezTo>
                  <a:pt x="92743" y="1440216"/>
                  <a:pt x="94266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6" y="1151600"/>
                </a:cubicBezTo>
                <a:cubicBezTo>
                  <a:pt x="100553" y="1134834"/>
                  <a:pt x="96553" y="1114449"/>
                  <a:pt x="98077" y="1095972"/>
                </a:cubicBezTo>
                <a:cubicBezTo>
                  <a:pt x="99409" y="1078826"/>
                  <a:pt x="99981" y="1061298"/>
                  <a:pt x="104363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3" y="949281"/>
                  <a:pt x="103219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6" y="694576"/>
                </a:cubicBezTo>
                <a:cubicBezTo>
                  <a:pt x="102268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2" y="531310"/>
                  <a:pt x="114080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6" y="340425"/>
                  <a:pt x="88551" y="300800"/>
                  <a:pt x="84930" y="261173"/>
                </a:cubicBezTo>
                <a:cubicBezTo>
                  <a:pt x="84168" y="252600"/>
                  <a:pt x="88933" y="243648"/>
                  <a:pt x="89313" y="234883"/>
                </a:cubicBezTo>
                <a:cubicBezTo>
                  <a:pt x="90266" y="207450"/>
                  <a:pt x="90457" y="180017"/>
                  <a:pt x="91026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8" y="85336"/>
                  <a:pt x="98077" y="66857"/>
                  <a:pt x="83217" y="47806"/>
                </a:cubicBezTo>
                <a:cubicBezTo>
                  <a:pt x="77453" y="40471"/>
                  <a:pt x="73691" y="32636"/>
                  <a:pt x="71206" y="24480"/>
                </a:cubicBezTo>
                <a:close/>
              </a:path>
            </a:pathLst>
          </a:custGeo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4D41903-2C9D-4F9E-AA1F-6161F8A6F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40986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8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8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E4574B5-C90E-412D-BAB0-B9F483290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40988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7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7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blipFill dpi="0" rotWithShape="1">
            <a:blip r:embed="rId4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54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lose-up of a logo&#10;&#10;AI-generated content may be incorrect.">
            <a:extLst>
              <a:ext uri="{FF2B5EF4-FFF2-40B4-BE49-F238E27FC236}">
                <a16:creationId xmlns:a16="http://schemas.microsoft.com/office/drawing/2014/main" id="{E87CEBBF-3CA3-8541-7BA4-7A26DE7727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775" r="16660" b="55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CEB6-97BC-6C98-2F4A-34F73677B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169" y="90540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A total of 555 fights was organized by UFC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03117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ity with lights and a river&#10;&#10;AI-generated content may be incorrect.">
            <a:extLst>
              <a:ext uri="{FF2B5EF4-FFF2-40B4-BE49-F238E27FC236}">
                <a16:creationId xmlns:a16="http://schemas.microsoft.com/office/drawing/2014/main" id="{22229E60-7FA5-3153-BA2D-38708F84EA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9847" r="-1" b="5134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DDCCB4-1AF1-CE2D-DB69-CECC84D78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5600" dirty="0">
                <a:solidFill>
                  <a:schemeClr val="bg1"/>
                </a:solidFill>
                <a:effectLst>
                  <a:glow rad="152400">
                    <a:schemeClr val="tx1">
                      <a:alpha val="52000"/>
                    </a:schemeClr>
                  </a:glow>
                  <a:outerShdw blurRad="50800" dist="38100" dir="5400000" sx="1000" sy="1000" algn="t" rotWithShape="0">
                    <a:prstClr val="black">
                      <a:alpha val="40000"/>
                    </a:prstClr>
                  </a:outerShdw>
                </a:effectLst>
              </a:rPr>
              <a:t>The most events were held in Las Vegas</a:t>
            </a:r>
            <a:r>
              <a:rPr lang="cs-CZ" sz="5600" dirty="0">
                <a:solidFill>
                  <a:schemeClr val="bg1"/>
                </a:solidFill>
                <a:effectLst>
                  <a:glow rad="152400">
                    <a:schemeClr val="tx1">
                      <a:alpha val="52000"/>
                    </a:schemeClr>
                  </a:glow>
                  <a:outerShdw blurRad="50800" dist="38100" dir="5400000" sx="1000" sy="1000" algn="t" rotWithShape="0">
                    <a:prstClr val="black">
                      <a:alpha val="40000"/>
                    </a:prstClr>
                  </a:outerShdw>
                </a:effectLst>
              </a:rPr>
              <a:t>(152)</a:t>
            </a:r>
            <a:br>
              <a:rPr lang="cs-CZ" sz="5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5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4D1FDC-8689-7190-6F15-0458AED96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BFF7E-4840-21BC-3FDB-588684FF30D9}"/>
              </a:ext>
            </a:extLst>
          </p:cNvPr>
          <p:cNvSpPr txBox="1"/>
          <p:nvPr/>
        </p:nvSpPr>
        <p:spPr>
          <a:xfrm>
            <a:off x="9756874" y="6657945"/>
            <a:ext cx="243207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s://www.worldby2.com.br/2019/10/lugares-las-vega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136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DF91F20-B96F-4F77-AC3E-2CDD3BAA1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84" y="-1"/>
            <a:ext cx="8111296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858281" y="-401562"/>
            <a:ext cx="6858004" cy="7661129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9" y="-1"/>
            <a:ext cx="8118331" cy="6858000"/>
          </a:xfrm>
          <a:prstGeom prst="rect">
            <a:avLst/>
          </a:prstGeom>
          <a:gradFill>
            <a:gsLst>
              <a:gs pos="14000">
                <a:schemeClr val="accent1">
                  <a:alpha val="0"/>
                </a:schemeClr>
              </a:gs>
              <a:gs pos="100000">
                <a:srgbClr val="000000">
                  <a:alpha val="82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7B6A113-58CD-406C-BCE4-6E1F1F2B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49520">
            <a:off x="2569700" y="983306"/>
            <a:ext cx="5005754" cy="5005754"/>
          </a:xfrm>
          <a:prstGeom prst="ellipse">
            <a:avLst/>
          </a:prstGeom>
          <a:gradFill>
            <a:gsLst>
              <a:gs pos="17000">
                <a:schemeClr val="accent1">
                  <a:lumMod val="75000"/>
                  <a:alpha val="0"/>
                </a:schemeClr>
              </a:gs>
              <a:gs pos="82000">
                <a:srgbClr val="000000">
                  <a:alpha val="24000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24BF3F-F134-E193-7798-F34400DF9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855" y="793577"/>
            <a:ext cx="6099025" cy="2159935"/>
          </a:xfrm>
        </p:spPr>
        <p:txBody>
          <a:bodyPr anchor="b">
            <a:noAutofit/>
          </a:bodyPr>
          <a:lstStyle/>
          <a:p>
            <a:pPr algn="l"/>
            <a:r>
              <a:rPr lang="en-US" sz="5400" dirty="0">
                <a:solidFill>
                  <a:schemeClr val="bg1"/>
                </a:solidFill>
              </a:rPr>
              <a:t>How many fights were fought in each weight class</a:t>
            </a:r>
            <a:r>
              <a:rPr lang="cs-CZ" sz="5400" dirty="0">
                <a:solidFill>
                  <a:schemeClr val="bg1"/>
                </a:solidFill>
              </a:rPr>
              <a:t>?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8" y="4354178"/>
            <a:ext cx="8118330" cy="250381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33000"/>
                </a:schemeClr>
              </a:gs>
              <a:gs pos="83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120CB-16C7-9ECF-1FEC-C756859D5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5661" y="4800600"/>
            <a:ext cx="5179879" cy="1200149"/>
          </a:xfrm>
        </p:spPr>
        <p:txBody>
          <a:bodyPr anchor="t">
            <a:normAutofit/>
          </a:bodyPr>
          <a:lstStyle/>
          <a:p>
            <a:pPr algn="l"/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list of weight&#10;&#10;AI-generated content may be incorrect.">
            <a:extLst>
              <a:ext uri="{FF2B5EF4-FFF2-40B4-BE49-F238E27FC236}">
                <a16:creationId xmlns:a16="http://schemas.microsoft.com/office/drawing/2014/main" id="{2777BCA2-4FDB-4202-91C0-1E9A06DB0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471" y="155852"/>
            <a:ext cx="3354977" cy="654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36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90ED0-EFC9-96D8-3796-55352B140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How were the fights finished and what was the finish rate expressed in percentages?</a:t>
            </a:r>
            <a:endParaRPr lang="en-US" sz="25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3FCB62-1E0C-6814-6DB0-FB486B739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848646"/>
            <a:ext cx="6780700" cy="315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693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51D0-7FBF-4F8C-DDE5-5F1D042CD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20126"/>
            <a:ext cx="3806729" cy="307235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cs-CZ" sz="3200" dirty="0"/>
              <a:t>I </a:t>
            </a:r>
            <a:r>
              <a:rPr lang="cs-CZ" sz="3200" dirty="0" err="1"/>
              <a:t>have</a:t>
            </a:r>
            <a:r>
              <a:rPr lang="cs-CZ" sz="3200" dirty="0"/>
              <a:t> </a:t>
            </a:r>
            <a:r>
              <a:rPr lang="cs-CZ" sz="3200" dirty="0" err="1"/>
              <a:t>created</a:t>
            </a:r>
            <a:r>
              <a:rPr lang="en-US" sz="3200" dirty="0"/>
              <a:t> a list of the greatest fighters of all time. If some fighters have the same number of wins, sort their names alphabetically</a:t>
            </a:r>
            <a:endParaRPr lang="en-US" sz="3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1E4E172-1EA7-E251-8265-AD4D67315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6EE4C1-7905-4652-A645-D2C3112E2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B2D6870-BDC0-AE8B-A7F5-D570327D12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Obrázek 8">
            <a:extLst>
              <a:ext uri="{FF2B5EF4-FFF2-40B4-BE49-F238E27FC236}">
                <a16:creationId xmlns:a16="http://schemas.microsoft.com/office/drawing/2014/main" id="{06984B75-8D34-B892-2B95-AA47E6C2B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310" y="486307"/>
            <a:ext cx="5010376" cy="471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55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643C7-9A0D-7252-2E56-D425AD0F3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320126"/>
            <a:ext cx="5257801" cy="3005041"/>
          </a:xfrm>
        </p:spPr>
        <p:txBody>
          <a:bodyPr anchor="t">
            <a:normAutofit/>
          </a:bodyPr>
          <a:lstStyle/>
          <a:p>
            <a:pPr algn="l"/>
            <a:r>
              <a:rPr lang="en-US" sz="4400" dirty="0"/>
              <a:t>Which fighters can be considered the best strikers? Sort them by their number of KOs.</a:t>
            </a:r>
            <a:endParaRPr lang="en-US" sz="4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7D4186-9C37-7B27-CAA8-5D96CBEAC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510293"/>
            <a:ext cx="5257800" cy="1435560"/>
          </a:xfrm>
        </p:spPr>
        <p:txBody>
          <a:bodyPr anchor="ctr">
            <a:normAutofit/>
          </a:bodyPr>
          <a:lstStyle/>
          <a:p>
            <a:pPr algn="l"/>
            <a:endParaRPr lang="en-US" sz="200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1A6195-C259-3D41-3020-3D6FDD7C1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059" y="1201601"/>
            <a:ext cx="4296641" cy="4454799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C4BC784-2004-F0C3-0968-B0F39DBB5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56C1E35-1688-6BC2-7D88-7ACF7CBA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93BAA3D-AAB0-C171-D5BB-E93B77ACC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5370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119</Words>
  <Application>Microsoft Office PowerPoint</Application>
  <PresentationFormat>Širokoúhlá obrazovka</PresentationFormat>
  <Paragraphs>11</Paragraphs>
  <Slides>9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UFC FIGHTS RESULTS</vt:lpstr>
      <vt:lpstr>Prezentace aplikace PowerPoint</vt:lpstr>
      <vt:lpstr>The oldest one was almost 52 years</vt:lpstr>
      <vt:lpstr>A total of 555 fights was organized by UFC</vt:lpstr>
      <vt:lpstr>The most events were held in Las Vegas(152) </vt:lpstr>
      <vt:lpstr>How many fights were fought in each weight class?</vt:lpstr>
      <vt:lpstr>How were the fights finished and what was the finish rate expressed in percentages?</vt:lpstr>
      <vt:lpstr>I have created a list of the greatest fighters of all time. If some fighters have the same number of wins, sort their names alphabetically</vt:lpstr>
      <vt:lpstr>Which fighters can be considered the best strikers? Sort them by their number of KOs.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Sýkora</dc:creator>
  <cp:lastModifiedBy>Boris Sýkora</cp:lastModifiedBy>
  <cp:revision>3</cp:revision>
  <dcterms:created xsi:type="dcterms:W3CDTF">2025-07-13T08:26:34Z</dcterms:created>
  <dcterms:modified xsi:type="dcterms:W3CDTF">2026-03-06T16:38:26Z</dcterms:modified>
</cp:coreProperties>
</file>